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682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quan 4 giai đoạn phát triển của topic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Bag-of-Words: đếm từ, tạo ma trận document-term. 4 điểm yếu chính.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LSA: SVD phân tách ma trận đếm từ. S³ tự nhận là hậu duệ contextual của LSA. Điểm yếu: chỉ uncorrelated, vẫn BoW.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LDA: mô hình sinh xác suất, 3 bước. So sánh LSA vs LDA. Cả hai vẫn bị giới hạn bởi BoW.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BoW vs Embedding qua bảng. Transfer learning. Câu hỏi mở: tìm topic bằng cách nào → 2 nhánh.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nhánh: Neural (CTM, ECRTM, FASTopic) vs Clustering (Top2Vec, BERTopic). Pipeline mỗi nhánh.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CTM: VAE encoder/decoder. Vấn đề: decoder tái tạo BoW → cửa ngõ cho vấn đề tiền xử lý. Ví dụ thất bại.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ECRTM: chậm nhất, không dùng context thật. FASTopic: nhanh hơn nhưng gộp nhầm topic. 3 điểm yếu chung Neural.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Clustering pipeline: UMAP → HDBSCAN → từ khóa. 3 trường hợp thất bại nghiêm trọng.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điểm yếu Clustering: nhiều hyperparameter, số cụm nổ, lỗi chảy xuôi, noise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thách thức chung: nhạy hyperparameter, quay lại đếm từ, chưa kiểm chứng context. Cầu nối sang S³.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work: ICA trên embedding đã tồn tại nhưng tìm trục phổ quát, không sinh từ khóa. S³ biến thành topic model hoàn chỉnh.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S³ = LSA nhưng đổi BoW→embedding, SVD→ICA. ICA mạnh hơn vì independent &gt; uncorrelated. Cocktail party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so sánh S³ vs Neural/Clustering trên 3 thách thức. S³ loại bỏ hoàn toàn đếm từ khỏi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Quá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phát triển Topic Modeling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64748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5448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(1988) · LDA (2003)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0891B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532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SBERT (~2019)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10896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F9731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/ Clustering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· BERTopic · Top2Vec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06908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(2025)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4453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trên Embedding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2880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0" y="3840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1: Bag-of-Words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diễn văn bản bằng cách đếm từ — bỏ qua ngữ pháp và thứ tự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029200" cy="140817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mèo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đuổi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chuột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d₁: "mèo đuổi chuột"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d₂: "chó đuổi mèo"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d₃: "chuột sợ mèo"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85216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52160" y="1737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ngữ cảnh hoàn toàn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2103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"bank" ngân hàng = "bank" bờ sông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rất thưa (sparse)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2834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 tiền xử lý nặng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37033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 có điểm yếu, BoW là nền tảng duy nhất lúc đó.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mô hình topic đầu tiên (LSA và LDA) đều xây trên nền BoW — chỉ khác cách "tìm chủ đề" từ ma trận đếm từ.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(1988) — Phân tách ma trận bằng SVD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topic đầu tiên — Đại số tuyến tính thuần túy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32588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=  U  ·  Σ  ·  Vᵀ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đếm từ = Document-Concept × Quan trọng × Term-Concept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tưởng: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ma trận lớn &amp; thưa xuống K chiều → mỗi chiều = 1 "khái niệm ẩn" (topic)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2560320"/>
            <a:ext cx="3474720" cy="86868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0" y="2651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Quan trọng: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tự nhận là "hậu duệ contextual của LSA" — cùng tinh thần phân tách ma trận tuyến tính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SVD chỉ đảm bảo trục trực giao (uncorrelated) — không đảm bảo độc lập thống kê → 1 trục có thể lẫn nhiều chủ đề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 vẫn là Bag-of-Words → mang theo toàn bộ 4 điểm yếu đã nêu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(2003) — Mô hình sinh xác suất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riêng biệt — Thống kê Bayesian, không phải nâng cấp của LSA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07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"công thức pha trộn"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tài liệu rút thăm 1 phân phối chủ đề từ Dirichlet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(VD: 70% thể thao + 20% kinh tế + 10% giải trí)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từng từ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mỗi vị trí: chọn 1 chủ đề → chọn 1 từ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phân phối từ vựng của chủ đề đó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ngược (Inference)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từ trong tài liệu → suy ra phân phối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đề đã "sinh" ra chúng (variational / Gibbs)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71600"/>
          <a:ext cx="3291840" cy="13563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Nền tảng toán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Đại số tuyến tính (SVD)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Thống kê xác suất (Bayes)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 sinh?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tiền xử lý?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(nặng hơn)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486400" y="292608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 LDA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69280" y="3337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Giả định Dirichlet có thể sai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Nhạy hyperparameter (α, β)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Suy luận Bayes tốn thời gian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vẫn là Bag-of-Words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2519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2960" y="42976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Cả LSA lẫn LDA đều bị giới hạn bởi Bag-of-Words. Cần thay đổi cách biểu diễn văn bản.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2: Contextual Embedding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cách biểu diễn — từ "đếm từ" sang "hiểu nghĩa"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0848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Bag-of-Words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Embedding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Kích thước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|V| (hàng chục nghìn)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Cố định (384, 768...)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Thưa / Dày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thưa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Dày đặc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Hiểu ngữ cảnh?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Hiểu ngữ pháp?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tiền xử lý?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Bắt buộc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bắt buộc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Transfer learning: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được huấn luyện trước trên hàng tỷ câu (Wikipedia, BookCorpus...) → áp dụng vào corpus riêng đã sẵn "hiểu" ngữ nghĩa.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3891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5"/>
          <p:cNvSpPr/>
          <p:nvPr/>
        </p:nvSpPr>
        <p:spPr>
          <a:xfrm>
            <a:off x="822960" y="4434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Câu hỏi: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embedding rồi, nhưng tìm topic bằng cách nào? → Chia thành 2 nhánh: Neural vs Clustering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nhánh khai thác Embedding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39903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25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Neural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"Học" topic bằng mạng nơ-ron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VAE (encoder/decoder)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ECRTM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VAE + Sinkhorn regularization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FASTopic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Optimal Transport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F9731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2801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39903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Clustering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937760" y="19659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hình học — tìm cụm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Pipeline: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→ HDBSCAN → Từ khóa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Top2Vec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cosine + centroid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c-TF-IDF (class-based TF-IDF)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— Variational Autoencoder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— "Nén"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sentence embedding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Nén thành vector topic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(kích thước = K topic)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nén ảnh → file zip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89120" y="105156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— "Giải nén"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tạo lại tài liệu gốc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dạng Bag-of-Words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 = |V| (toàn bộ từ vựng)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Đây là "cửa ngõ" quay lại đếm từ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Ví dụ thất bại (20 Newsgroups): 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= "145, ax, 0d, _o, a86, mk, m3, mp, 0g, mm"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Toàn ký hiệu vô nghĩa — hậu quả decoder tái tạo cả rác trong từ vựng chưa lọc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CTM chứng minh ý tưởng khả thi, nhưng decoder vẫn dùng BoW → không thoát được tiền xử lý. ECRTM cố cải thiện.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ECRTM &amp; FASTopic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ECRTM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+ Sinkhorn regularization (1000 lặp)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✕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chậm nhất trong tất cả baseline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✕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not utilize contextual representations"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✕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lỗi: "verbeek, billington, cassels, c5ff..."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FASTopic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Transport (không dùng VAE)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✕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nhầm topic: "moon, bike, car, orbit..."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✕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Kém khi embedding lớn (curse of dim.)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✕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cần ~200 epoch huấn luyện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 chung nhánh Neural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Chậm: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huấn luyện lặp 50-200 epoch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Nhạy hyperparameter: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rate, batch size, epochs, kiến trúc mạng...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Vẫn quay lại đếm từ: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BoW (CTM) hoặc không dùng contextual embedding (ECRTM)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Clustering — Pipeline 3 bước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giảm chiều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chiều → ~5 chiều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(giữ cấu trúc "ai gần ai")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phân cụm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tìm vùng mật độ cao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cụm = 1 topic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1887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từ khóa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Top2Vec: cosine + centroid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BERTopic: c-TF-IDF (đếm từ!)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hợp thất bại thực tế (Appendix F)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7947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BERTopic (20 Newsgroups, e5-large-v2):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tìm ra 1 cụm duy nhất — toàn stopword: "the, of, to, in, space, it, edu, is, that, and"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Top2Vec (ArXiv ML):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tìm ra 2 cụm cho toàn bộ corpus — quá ít để có ý nghĩa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BERTopic (corpus thô):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chiếm tới 100% danh sách từ đại diện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yếu nhánh Clustering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097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nhiều tham số, không biết chọn sao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356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(n_neighbors, min_dist, n_components) + HDBSCAN (min_cluster_size, cluster_selection_method) = 5-6 tham số phải quyết định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topic có thể nổ lên không kiểm soát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395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tự học số cụm → có thể hàng trăm → cần thêm bước "topic reduction" → thêm lớp quyết định chủ quan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017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cụm sai → không cứu được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3558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gán từ khóa chạy SAU khi cluster xong → nếu cluster sai, lỗi chảy xuôi xuống mà không có cơ chế sửa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977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bị bỏ rơi (noise points)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315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gán điểm lạc = noise → không thuộc topic nào cả  (bổ sung ngoài paper)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Thách thức chung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Neural lẫn Clustering đều gặp — khoảng trống mà S³ nhắm vào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 hyperparameter, khó tái lập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691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Neural: learning rate, epochs, kiến trúc mạng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tham số UMAP + HDBSCAN + topic reduction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Chưa có hướng dẫn chọn tối ưu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9731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phụ thuộc tiền xử lý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8803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mô hình vẫn phụ thuộc BoW/TF-IDF: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CTM: decoder BoW  |  BERTopic: c-TF-IDF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"Cửa ngõ" cho vấn đề tiền xử lý vẫn tồn tại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A855F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379476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rõ tận dụng context thật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069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Hầu hết đánh giá trên corpus ĐÃ tiền xử lý sẵn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Tốt vì "hiểu context" hay vì "dữ liệu đã sạch"?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Chưa ai so sánh corpus thô vs đã xử lý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Trục ngữ nghĩa đã được khám phá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Musil &amp; Marecek (2024) · Yamagiwa et al. (2023)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103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Nghiên cứu trước (2023-24)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S³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Trục phổ quát (universal)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Trục đặc thù corpus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Sinh từ khóa?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topic?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— định lượng + định tính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model hoàn chỉnh?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— chỉ chứng minh trục tồn tại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— dùng được thực tế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40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3931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Đóng góp của S³: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không phát minh ra "ICA trên embedding" — nền tảng đã có sẵn. S³ là người đầu tiên 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kỹ thuật tìm trục ngữ nghĩa thành topic model đầy đủ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trục đặc thù corpus + sinh từ khóa + đánh giá định lượng.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— Hậu duệ contextual của LSA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64748B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(1988)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Input: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từ (BoW)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Thuật toán: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Trục: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giao (uncorrelated)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1920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0891B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(2025)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20640" y="18288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Input: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Thuật toán: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(FastICA)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Trục: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độc lập thống kê (independent)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ICA thay SVD?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SVD/PCA: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trục trực giao (uncorrelated) — điều kiện yếu, 1 trục có thể lẫn nhiều chủ đề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ICA: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trục độc lập thống kê — điều kiện mạnh hơn. Biết trục A → không suy ra được gì về trục B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Trực giác: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cocktail party — 3 micro thu hỗn hợp giọng nói → ICA tách từng giọng riêng. Tương tự: tài liệu = hỗn hợp topic → ICA tách topic.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giải quyết 3 thách thức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3154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Thách thức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/ Clustering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Nhạy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 tham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hướng dẫn rõ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FastICA dùng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— gần như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 tinh chỉnh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tiền xử lý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Quay lại đếm từ/TF-IDF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ở đâu đó trong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bước đếm từ nào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ICA lẫn gán từ khóa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đều thuần embedding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rõ tận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dụng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trên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đã tiền xử lý sẵn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 DUY NHẤT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tốt hơn trên corpus thô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với đã tiền xử lý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1605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Điểm mấu chốt: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S³ loại bỏ hoàn toàn mọi bước đếm từ/TF-IDF khỏi toàn bộ pipeline — cả tìm topic (ICA) lẫn gán từ khóa (chiếu embedding lên trục).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2187</Words>
  <Application>Microsoft Office PowerPoint</Application>
  <PresentationFormat>On-screen Show (16:9)</PresentationFormat>
  <Paragraphs>291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S³ — Semantic Signal Separation</dc:title>
  <dc:subject>PptxGenJS Presentation</dc:subject>
  <dc:creator>Hau Dinh</dc:creator>
  <cp:lastModifiedBy>Hau Dinh</cp:lastModifiedBy>
  <cp:revision>2</cp:revision>
  <dcterms:created xsi:type="dcterms:W3CDTF">2026-07-07T02:28:43Z</dcterms:created>
  <dcterms:modified xsi:type="dcterms:W3CDTF">2026-07-07T13:43:37Z</dcterms:modified>
</cp:coreProperties>
</file>